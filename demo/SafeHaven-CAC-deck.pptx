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EA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creen-active-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720" y="914400"/>
            <a:ext cx="2323919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F2F6FC"/>
                </a:solidFill>
                <a:latin typeface="Arial"/>
              </a:rPr>
              <a:t>SafeHaven STL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4EA8DE"/>
                </a:solidFill>
                <a:latin typeface="Arial"/>
              </a:rPr>
              <a:t>Find a warming or cooling center — fast, offline, when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9DB0CC"/>
                </a:solidFill>
                <a:latin typeface="Arial"/>
              </a:rPr>
              <a:t>Every St. Louis warming &amp; cooling center in one place.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9DB0CC"/>
                </a:solidFill>
                <a:latin typeface="Arial"/>
              </a:rPr>
              <a:t>Nearest first. One tap to directions or a call. Built for a crisis.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DB0CC"/>
                </a:solidFill>
                <a:latin typeface="Arial"/>
              </a:rPr>
              <a:t>Congressional App Challenge  ·  React Native / Expo / TypeScript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2F6FC"/>
                </a:solidFill>
                <a:latin typeface="Arial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2011680" cy="54864"/>
          </a:xfrm>
          <a:prstGeom prst="rect">
            <a:avLst/>
          </a:prstGeom>
          <a:solidFill>
            <a:srgbClr val="4EA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>
                <a:solidFill>
                  <a:srgbClr val="9DB0CC"/>
                </a:solidFill>
                <a:latin typeface="Arial"/>
              </a:rPr>
              <a:t>When St. Louis hits dangerous cold or heat, the City opens warming and cooling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9DB0CC"/>
                </a:solidFill>
                <a:latin typeface="Arial"/>
              </a:rPr>
              <a:t>centers to protect people — the City’s own words: those experiencing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9DB0CC"/>
                </a:solidFill>
                <a:latin typeface="Arial"/>
              </a:rPr>
              <a:t>homelessness, the elderly, and people with disabilities.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9DB0C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9DB0CC"/>
                </a:solidFill>
                <a:latin typeface="Arial"/>
              </a:rPr>
              <a:t>But that information is scattered across separate web pages, PDFs, press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9DB0CC"/>
                </a:solidFill>
                <a:latin typeface="Arial"/>
              </a:rPr>
              <a:t>releases, and a phone line. The people who need a safe place most are the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9DB0CC"/>
                </a:solidFill>
                <a:latin typeface="Arial"/>
              </a:rPr>
              <a:t>same people least able to dig through government websites to find one.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9DB0C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9DB0CC"/>
                </a:solidFill>
                <a:latin typeface="Arial"/>
              </a:rPr>
              <a:t>In extreme weather, that gap isn’t an inconvenience. People die of exposure.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2F6FC"/>
                </a:solidFill>
                <a:latin typeface="Arial"/>
              </a:rPr>
              <a:t>Not another directory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2011680" cy="54864"/>
          </a:xfrm>
          <a:prstGeom prst="rect">
            <a:avLst/>
          </a:prstGeom>
          <a:solidFill>
            <a:srgbClr val="4EA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9DB0CC"/>
                </a:solidFill>
                <a:latin typeface="Arial"/>
              </a:rPr>
              <a:t>Broad services directories exist (findhelp, CompassionSTL). SafeHaven is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9DB0CC"/>
                </a:solidFill>
                <a:latin typeface="Arial"/>
              </a:rPr>
              <a:t>different — narrow, local, and built for the moment of crisis: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F2F6FC"/>
                </a:solidFill>
                <a:latin typeface="Arial"/>
              </a:rPr>
              <a:t>• No single St. Louis app aggregates the warming/cooling centers — SafeHaven does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F2F6FC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F2F6FC"/>
                </a:solidFill>
                <a:latin typeface="Arial"/>
              </a:rPr>
              <a:t>• LIVE cooling data from the Missouri DHSS feed + an "open now" filter —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F2F6FC"/>
                </a:solidFill>
                <a:latin typeface="Arial"/>
              </a:rPr>
              <a:t>   so you don’t set out for a center that’s already closed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F2F6FC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F2F6FC"/>
                </a:solidFill>
                <a:latin typeface="Arial"/>
              </a:rPr>
              <a:t>• The others assume a connection; SafeHaven works OFFLINE on a curated fallback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F2F6FC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F2F6FC"/>
                </a:solidFill>
                <a:latin typeface="Arial"/>
              </a:rPr>
              <a:t>• Built for the person outside with a dying phone — two giant buttons, no typing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2F6FC"/>
                </a:solidFill>
                <a:latin typeface="Arial"/>
              </a:rPr>
              <a:t>What it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2011680" cy="54864"/>
          </a:xfrm>
          <a:prstGeom prst="rect">
            <a:avLst/>
          </a:prstGeom>
          <a:solidFill>
            <a:srgbClr val="4EA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-active-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139" y="1554480"/>
            <a:ext cx="1943641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806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EA8DE"/>
                </a:solidFill>
                <a:latin typeface="Arial"/>
              </a:rPr>
              <a:t>Find + emergency banner</a:t>
            </a:r>
          </a:p>
        </p:txBody>
      </p:sp>
      <p:pic>
        <p:nvPicPr>
          <p:cNvPr id="6" name="Picture 5" descr="screen-near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8779" y="1554480"/>
            <a:ext cx="1943641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74720" y="5806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EA8DE"/>
                </a:solidFill>
                <a:latin typeface="Arial"/>
              </a:rPr>
              <a:t>Near me, nearest first</a:t>
            </a:r>
          </a:p>
        </p:txBody>
      </p:sp>
      <p:pic>
        <p:nvPicPr>
          <p:cNvPr id="8" name="Picture 7" descr="screen-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419" y="1554480"/>
            <a:ext cx="1943641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5806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EA8DE"/>
                </a:solidFill>
                <a:latin typeface="Arial"/>
              </a:rPr>
              <a:t>Directions &amp; call</a:t>
            </a:r>
          </a:p>
        </p:txBody>
      </p:sp>
      <p:pic>
        <p:nvPicPr>
          <p:cNvPr id="10" name="Picture 9" descr="screen-settin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8059" y="1554480"/>
            <a:ext cx="1943641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0" y="5806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EA8DE"/>
                </a:solidFill>
                <a:latin typeface="Arial"/>
              </a:rPr>
              <a:t>Theme · offline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87" y="365760"/>
            <a:ext cx="1089152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2-cri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87" y="365760"/>
            <a:ext cx="1089152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3-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87" y="365760"/>
            <a:ext cx="1089152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EA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2F6FC"/>
                </a:solidFill>
                <a:latin typeface="Arial"/>
              </a:rPr>
              <a:t>Help, in seconds — for the people who need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9DB0CC"/>
                </a:solidFill>
                <a:latin typeface="Arial"/>
              </a:rPr>
              <a:t>A real, installable app: live Missouri DHSS cooling data, an "open now" filter,</a:t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9DB0CC"/>
                </a:solidFill>
                <a:latin typeface="Arial"/>
              </a:rPr>
              <a:t>and a curated offline fallback — working on any phone, in any weather.</a:t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9DB0CC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9DB0CC"/>
                </a:solidFill>
                <a:latin typeface="Arial"/>
              </a:rPr>
              <a:t>Next: live warming activation (Code Blue), community hour corrections, nearby</a:t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9DB0CC"/>
                </a:solidFill>
                <a:latin typeface="Arial"/>
              </a:rPr>
              <a:t>food + overnight shelters, and multilingual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EA8DE"/>
                </a:solidFill>
                <a:latin typeface="Arial"/>
              </a:rPr>
              <a:t>A community reference, not an official City service. Call 2-1-1 to confirm.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